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1" r:id="rId5"/>
    <p:sldId id="256" r:id="rId6"/>
    <p:sldId id="257" r:id="rId7"/>
    <p:sldId id="258" r:id="rId8"/>
    <p:sldId id="259" r:id="rId9"/>
    <p:sldId id="260" r:id="rId10"/>
    <p:sldId id="262" r:id="rId11"/>
    <p:sldId id="263" r:id="rId1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2508A-82E3-3AB8-50D2-2AC6108F3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8E593-B926-8016-EDE2-5BA9309D9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7E147-BE77-7B8D-5300-47219EA86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F855-2BBE-4DAE-B2C5-9391DA7A57A4}" type="datetimeFigureOut">
              <a:rPr lang="th-TH" smtClean="0"/>
              <a:t>01/08/69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A8F81-4040-FAEA-678F-6A065A2B5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80BF2-3E4B-860E-0F3D-EA4AE255B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FDFF-D42A-4547-9472-7B56C73DC6B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04255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23FB0-C8A0-CB1F-F6DA-209BAC9D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8D117-1B73-2023-F3BB-62E62E439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AE743-92C8-DBC6-5972-013BAC82D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F855-2BBE-4DAE-B2C5-9391DA7A57A4}" type="datetimeFigureOut">
              <a:rPr lang="th-TH" smtClean="0"/>
              <a:t>01/08/69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FB69B-98DB-0A10-8230-37925112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15082-90EC-BE27-D404-80F7C049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FDFF-D42A-4547-9472-7B56C73DC6B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86307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36319-B05F-69E9-B749-A19EFFF54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FBA8F-18A1-095D-0744-CF6E130D5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26AA9-DCFE-D8A0-1E98-145153AA1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F855-2BBE-4DAE-B2C5-9391DA7A57A4}" type="datetimeFigureOut">
              <a:rPr lang="th-TH" smtClean="0"/>
              <a:t>01/08/69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BA0EE-A4B8-0F75-C14D-8279A6450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BFE49-B646-A9E2-3ECE-675FE675C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FDFF-D42A-4547-9472-7B56C73DC6B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534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FB9-6DC7-05DC-5E76-2012D5DEC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D0CD5-34D2-E64C-BEED-ACB88AF9E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B9ECF-5184-BCEC-7AAF-B248250B6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42319-02A9-A3E9-F6A3-EF604F74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F855-2BBE-4DAE-B2C5-9391DA7A57A4}" type="datetimeFigureOut">
              <a:rPr lang="th-TH" smtClean="0"/>
              <a:t>01/08/69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62D8D-5046-BD6C-F045-C7BF66F3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94D68-3A4A-5612-04A5-ADAECE53A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FDFF-D42A-4547-9472-7B56C73DC6B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34039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500B7-A03E-7630-785D-608552351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4B425-7142-5A62-740B-9C63F8113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8745C-EB3F-B53F-2F0A-DECBE77BA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4DD4FE-D5D9-1F84-DA15-FAEC9E884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5CE18-7E53-9708-ABAE-4B473965D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04081E-1D1D-AFEC-D614-09FB8D47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F855-2BBE-4DAE-B2C5-9391DA7A57A4}" type="datetimeFigureOut">
              <a:rPr lang="th-TH" smtClean="0"/>
              <a:t>01/08/69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D0F300-CE81-EFDE-2414-954018A9A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817720-04D3-128F-D25C-D43E985DB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FDFF-D42A-4547-9472-7B56C73DC6B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10544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62F7-7888-5B4B-B02C-6430F6B8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035D1-50B0-DDAC-58C8-F5004D4AB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F855-2BBE-4DAE-B2C5-9391DA7A57A4}" type="datetimeFigureOut">
              <a:rPr lang="th-TH" smtClean="0"/>
              <a:t>01/08/69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5407F-5A69-4724-D4EF-0AC84D1A7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49CE7-9DBE-59A4-4815-BFA43569C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FDFF-D42A-4547-9472-7B56C73DC6B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19074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E9429-BC89-F14B-6394-95F4767F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F855-2BBE-4DAE-B2C5-9391DA7A57A4}" type="datetimeFigureOut">
              <a:rPr lang="th-TH" smtClean="0"/>
              <a:t>01/08/69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E62A73-52F5-3B98-C36C-7E74174AA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FA558-4D63-D1CD-8903-98867006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FDFF-D42A-4547-9472-7B56C73DC6B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93418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9EF5-14F6-BDB7-1ABD-797C3B224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A55F-EFC2-6157-9DE5-1283117EF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44891-AA35-146D-AAEE-B40828731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049CB-E23D-25BE-ACF3-D71DA7C0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F855-2BBE-4DAE-B2C5-9391DA7A57A4}" type="datetimeFigureOut">
              <a:rPr lang="th-TH" smtClean="0"/>
              <a:t>01/08/69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4EAA5-402C-E688-36CE-2DF7FF6F5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0A1E0-37E0-3A1A-3E91-D686FE9A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FDFF-D42A-4547-9472-7B56C73DC6B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3706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6D9EC-B438-C8F3-2AD9-67A52E2D9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FC23C5-31BE-0A72-CACE-78C50558B7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8D948-C5CC-8DAC-BB52-353C59096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0F2FE-1364-8055-83D6-BE5CAC2F7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F855-2BBE-4DAE-B2C5-9391DA7A57A4}" type="datetimeFigureOut">
              <a:rPr lang="th-TH" smtClean="0"/>
              <a:t>01/08/69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A5A1F-0B40-9A3B-91B9-FA111F019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EACC0-13D6-4A1E-5C4A-0D46B59F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FDFF-D42A-4547-9472-7B56C73DC6B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685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38B70-AA70-7471-020D-47C397B8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47E6B-86D6-2DE1-C82D-768DDB617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AE736-BD55-C6CC-0E4B-6B7AB4B5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F855-2BBE-4DAE-B2C5-9391DA7A57A4}" type="datetimeFigureOut">
              <a:rPr lang="th-TH" smtClean="0"/>
              <a:t>01/08/69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80C02-D79D-B644-EA53-A20C8BFE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DD86E-5ECB-E40D-DF26-4594E3AAD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FDFF-D42A-4547-9472-7B56C73DC6B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8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4DEEF0-FFA0-5C92-8D13-6FAF10778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77BA23-173B-945D-04E1-5CD3B68F2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E3DE8-869B-9756-CF42-2C3A34FBB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F855-2BBE-4DAE-B2C5-9391DA7A57A4}" type="datetimeFigureOut">
              <a:rPr lang="th-TH" smtClean="0"/>
              <a:t>01/08/69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CC0EE-C868-62A6-92F5-3812AED62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A45B2-19C4-F88D-6DC5-E456DC882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FDFF-D42A-4547-9472-7B56C73DC6B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3983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FAADF6-F2C8-573A-927D-07521F1F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75051-61F7-E22F-3BE3-70FB85C16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9C2FF-CE5A-2D38-4F26-EA662468AA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FF855-2BBE-4DAE-B2C5-9391DA7A57A4}" type="datetimeFigureOut">
              <a:rPr lang="th-TH" smtClean="0"/>
              <a:t>01/08/69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DF360-BD17-5522-72A8-499E7E9A6E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8EB4A-0890-DD2E-C937-470EB15A7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41FDFF-D42A-4547-9472-7B56C73DC6B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5602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374AC-F5FA-EF77-718B-8D5CD4F78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32DEE3-9765-4698-27AF-0CE7DA90D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583"/>
            <a:ext cx="12192000" cy="633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67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66A11C-1679-6A2C-4270-42AE01137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789" y="0"/>
            <a:ext cx="10066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82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6931F-2F1A-CF8C-6567-E45416AA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CB539B-EA5E-7123-7A94-C35DE82AC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80" y="0"/>
            <a:ext cx="10411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79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4AE1C-22A2-7126-BF6A-343DE99B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8E8B99-C078-1F60-BD9D-97C7C493A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007" y="0"/>
            <a:ext cx="100339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263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9AE0D-AB87-0037-AE29-DDFE38D3B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E57EE3-E62F-F8D1-7783-CA8E7B019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77" y="0"/>
            <a:ext cx="100406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88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7AE70-490C-E323-B363-AA385D5C1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922E37-4C37-4B67-A7ED-A4F74FFDA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588" y="0"/>
            <a:ext cx="10026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513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080F9-CD13-7775-F34A-9D3AB8F9E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4F9A77-8935-7F41-4B5B-B012EB9CA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924" y="0"/>
            <a:ext cx="10020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33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C1A6D-EBDF-95F8-4714-EC535400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9D3469-046E-6B5A-3853-6C6492646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335" y="0"/>
            <a:ext cx="100833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283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993B0FED6D404EA45AFB44458D844E" ma:contentTypeVersion="19" ma:contentTypeDescription="Create a new document." ma:contentTypeScope="" ma:versionID="2c50a36d1dee1f228f5a59015fc24945">
  <xsd:schema xmlns:xsd="http://www.w3.org/2001/XMLSchema" xmlns:xs="http://www.w3.org/2001/XMLSchema" xmlns:p="http://schemas.microsoft.com/office/2006/metadata/properties" xmlns:ns3="5217534d-dc54-4ea7-8950-ea4984963165" xmlns:ns4="7fdbd339-5042-41df-8b9e-373dd7536120" targetNamespace="http://schemas.microsoft.com/office/2006/metadata/properties" ma:root="true" ma:fieldsID="f4ca74915c8320abace176e74c42e39d" ns3:_="" ns4:_="">
    <xsd:import namespace="5217534d-dc54-4ea7-8950-ea4984963165"/>
    <xsd:import namespace="7fdbd339-5042-41df-8b9e-373dd7536120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Location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7534d-dc54-4ea7-8950-ea498496316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dbd339-5042-41df-8b9e-373dd75361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dbd339-5042-41df-8b9e-373dd7536120" xsi:nil="true"/>
  </documentManagement>
</p:properties>
</file>

<file path=customXml/itemProps1.xml><?xml version="1.0" encoding="utf-8"?>
<ds:datastoreItem xmlns:ds="http://schemas.openxmlformats.org/officeDocument/2006/customXml" ds:itemID="{5F7DB6C4-911B-4038-AC7F-93BC3E9145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17534d-dc54-4ea7-8950-ea4984963165"/>
    <ds:schemaRef ds:uri="7fdbd339-5042-41df-8b9e-373dd75361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52F606-CAB8-4499-9A83-3AA54D48DC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4DDB59-62F6-4ABA-8D67-EC731B632A4A}">
  <ds:schemaRefs>
    <ds:schemaRef ds:uri="http://schemas.microsoft.com/office/2006/metadata/properties"/>
    <ds:schemaRef ds:uri="http://schemas.microsoft.com/office/infopath/2007/PartnerControls"/>
    <ds:schemaRef ds:uri="7fdbd339-5042-41df-8b9e-373dd7536120"/>
  </ds:schemaRefs>
</ds:datastoreItem>
</file>

<file path=docMetadata/LabelInfo.xml><?xml version="1.0" encoding="utf-8"?>
<clbl:labelList xmlns:clbl="http://schemas.microsoft.com/office/2020/mipLabelMetadata">
  <clbl:label id="{29277c9a-79d1-403b-b6f2-b9ebc0335a34}" enabled="1" method="Standard" siteId="{ceeb9806-b9ea-44c8-8fe1-4eba76cfad9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Chattarat Nuntamanop (Chatt)</dc:creator>
  <cp:lastModifiedBy>Chattarat Nuntamanop (Chatt)</cp:lastModifiedBy>
  <cp:revision>1</cp:revision>
  <dcterms:created xsi:type="dcterms:W3CDTF">2026-08-01T05:54:57Z</dcterms:created>
  <dcterms:modified xsi:type="dcterms:W3CDTF">2026-08-01T06:17:10Z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0x010100EC993B0FED6D404EA45AFB44458D844E</vt:lpwstr>
  </property>
</Properties>
</file>